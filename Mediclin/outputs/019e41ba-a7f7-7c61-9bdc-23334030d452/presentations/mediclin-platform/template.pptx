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1" r:id="rId2"/>
  </p:sldMasterIdLst>
  <p:notesMasterIdLst>
    <p:notesMasterId r:id="rId13"/>
  </p:notesMasterIdLst>
  <p:sldIdLst>
    <p:sldId id="266" r:id="rId3"/>
    <p:sldId id="277" r:id="rId4"/>
    <p:sldId id="279" r:id="rId5"/>
    <p:sldId id="281" r:id="rId6"/>
    <p:sldId id="282" r:id="rId7"/>
    <p:sldId id="283" r:id="rId8"/>
    <p:sldId id="284" r:id="rId9"/>
    <p:sldId id="285" r:id="rId10"/>
    <p:sldId id="280" r:id="rId11"/>
    <p:sldId id="278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1" clrIdx="0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8FD1"/>
    <a:srgbClr val="006B9B"/>
    <a:srgbClr val="23557D"/>
    <a:srgbClr val="0090C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29" autoAdjust="0"/>
    <p:restoredTop sz="86425"/>
  </p:normalViewPr>
  <p:slideViewPr>
    <p:cSldViewPr snapToGrid="0" snapToObjects="1">
      <p:cViewPr varScale="1">
        <p:scale>
          <a:sx n="78" d="100"/>
          <a:sy n="78" d="100"/>
        </p:scale>
        <p:origin x="133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AA49-6A83-4F34-B520-ECD1718F98F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99E7B-1659-4307-8A19-C8925F101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98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786314"/>
            <a:ext cx="78867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837C2-90D0-47E8-89A5-03A30CAE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477F7807-8EDC-4D35-9F44-D9E4BED37F35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2FFEA02-B9A0-4575-B62B-39FDB4BCF6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FB6813F1-BB7A-45DF-853E-C83947AD183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61648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783806"/>
            <a:ext cx="7886700" cy="30845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9533-9CE9-4301-865C-7899BA82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233AF1B1-39F6-4217-BD4F-323811917AEF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449CE1-57B3-4EAE-AF5D-C416B3147F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6093E3A4-A61D-4C94-A2B5-BC5A19B012A2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38680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23888" y="1900107"/>
            <a:ext cx="7886700" cy="432707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BD1DE7A-F011-45DD-8C4A-9C43F398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9C8FFEBF-A36B-4BA6-B3BF-582A9A63D220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C77316-FFD3-489B-B592-D111658E33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396348AD-0A51-429F-AC9A-9E96BF714B63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98124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u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623888" y="1900106"/>
            <a:ext cx="7886700" cy="4327073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E6CBEB-66D9-40E0-9853-BE0F3F422D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5E1F77C1-28BD-48B5-8B05-6252428A3FE8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AFE862-5B4C-46EB-8D1E-45AE6137D5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342B2216-FBC9-4DC7-BDB7-448A46E4651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1476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2 boxuri cu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28650" y="2786314"/>
            <a:ext cx="38862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646995" y="2776665"/>
            <a:ext cx="38862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9753A-6DFE-406D-A9B5-93DAC547257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E786739E-987B-437A-A78D-B76274992C15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588CB6E-29A1-4693-B401-9DFBF9C06C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43654882-5279-40FE-BF0D-A87286E5BBF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2705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douta boxe cu 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628650" y="2786314"/>
            <a:ext cx="3886200" cy="30820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4"/>
          </p:nvPr>
        </p:nvSpPr>
        <p:spPr>
          <a:xfrm>
            <a:off x="4646995" y="2776665"/>
            <a:ext cx="3886200" cy="30820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39536-E129-4102-B51A-860D454EC05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5F29AFEC-BB7B-45F5-8734-D5284861A613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C1375CF6-3B8D-47EA-9217-D0573C1235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66CB1B67-E502-427C-918A-794D1AA7782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94771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786314"/>
            <a:ext cx="78867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3FB87-1617-44D3-9AC3-10CE3E54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5950F8E0-E751-4F55-A926-6097FDDB7FB4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A2488D-C3D1-44A5-87A8-0AABFFAA3F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9B793CA8-3836-4D6D-88FA-E558A094650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61650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783806"/>
            <a:ext cx="7886700" cy="30845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E58C-9AAB-4F3E-9717-0C9DF7A0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0003CD7B-F347-4491-A072-C385EAE3BCF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39FA7EB-D062-4199-932D-4AA547DD9D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0F43ACC8-DD66-41C9-8322-A398C1BF703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28674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23888" y="1900107"/>
            <a:ext cx="7886700" cy="432707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D028F6-55FA-4CC4-B5FC-D5A21AB6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45CDCC5A-9543-44D8-B3FC-EFD7E1EAD47B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690961-244B-4246-9633-4C65A0F1FE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E703E1AE-4EB9-4BAC-9000-49DE5C3DF23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6057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u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623888" y="1900106"/>
            <a:ext cx="7886700" cy="4327073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5D70390-E49B-4CB9-B227-0FF63C6DB9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B7F7A1FE-7F76-4062-BCE0-8FF0DE1C4EBB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10F45AD-7977-4AB1-A47C-020614F1D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F5C0C1BD-2305-440F-838D-166F9D204A8D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22340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2 boxuri cu bullet-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28650" y="2786314"/>
            <a:ext cx="38862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646995" y="2776665"/>
            <a:ext cx="3886200" cy="3082041"/>
          </a:xfrm>
        </p:spPr>
        <p:txBody>
          <a:bodyPr>
            <a:normAutofit/>
          </a:bodyPr>
          <a:lstStyle>
            <a:lvl1pPr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4A046-216A-4A60-AD45-E51A4A299C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5148D3A2-D058-4D62-99CC-00A1DA2ED3E1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BE3158B-87DE-472B-8802-B2A93DC5B8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0DD4E46B-BACE-47EE-BF9F-0D7D1AFC3AA2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1695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 douta boxe cu text simp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628650" y="2786314"/>
            <a:ext cx="3886200" cy="30820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4"/>
          </p:nvPr>
        </p:nvSpPr>
        <p:spPr>
          <a:xfrm>
            <a:off x="4646995" y="2776665"/>
            <a:ext cx="3886200" cy="30820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PT Sans" charset="-52"/>
                <a:ea typeface="PT Sans" charset="-52"/>
                <a:cs typeface="PT Sans" charset="-52"/>
              </a:defRPr>
            </a:lvl1pPr>
            <a:lvl2pPr>
              <a:defRPr sz="1800">
                <a:latin typeface="PT Sans" charset="-52"/>
                <a:ea typeface="PT Sans" charset="-52"/>
                <a:cs typeface="PT Sans" charset="-52"/>
              </a:defRPr>
            </a:lvl2pPr>
            <a:lvl3pPr>
              <a:defRPr sz="1600">
                <a:latin typeface="PT Sans" charset="-52"/>
                <a:ea typeface="PT Sans" charset="-52"/>
                <a:cs typeface="PT Sans" charset="-52"/>
              </a:defRPr>
            </a:lvl3pPr>
            <a:lvl4pPr>
              <a:defRPr sz="1400">
                <a:latin typeface="PT Sans" charset="-52"/>
                <a:ea typeface="PT Sans" charset="-52"/>
                <a:cs typeface="PT Sans" charset="-52"/>
              </a:defRPr>
            </a:lvl4pPr>
            <a:lvl5pPr>
              <a:defRPr sz="140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1883158"/>
            <a:ext cx="7886700" cy="905377"/>
          </a:xfrm>
        </p:spPr>
        <p:txBody>
          <a:bodyPr>
            <a:normAutofit/>
          </a:bodyPr>
          <a:lstStyle>
            <a:lvl1pPr>
              <a:defRPr sz="3000" b="1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1D44E-0281-4319-9D13-3D0BB01A223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>
              <a:defRPr/>
            </a:pPr>
            <a:fld id="{E2FD41B3-FC5B-468D-B823-0704063B90DE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4AE2BE-B40E-463A-9BF9-FB75FD423C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PT Sans"/>
                <a:ea typeface="PT Sans"/>
                <a:cs typeface="PT Sans"/>
              </a:defRPr>
            </a:lvl1pPr>
          </a:lstStyle>
          <a:p>
            <a:fld id="{FDF6EED1-A0E2-47E5-B5FE-E97532687E3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7523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3CA7D15-B285-43ED-B8D4-0DF121997FA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9C95733-EB53-4BE4-AA6E-25FA3D8EAA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61A5-AF2B-4775-8FE6-7B8214B7E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1BAEBCC-FAD6-4F1C-997A-4D11887C63F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87B42-2CAD-49A2-94E8-B62FD3DE5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5107A-4BAC-498E-A155-CCDDE3621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8CBF7EC-CC67-4AC4-AD83-06D13A4A4418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616531F1-1A39-4DBE-997B-16FFCEE672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D086FAED-8D3A-4BD9-BDCA-60A4020FAD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FA225-96BF-42CA-BE5C-CE4AE7EAC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D54AAD9-4996-469A-9C1D-2E74C587B7A2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7478-66F1-41A9-B105-72C0258C5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EE8CF-F511-42D6-BB56-E58C8EB50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6BDFA-72E5-4619-B73D-0D2CBC51F0BE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8EE846-178D-40AC-A224-7C9DFA72A759}"/>
              </a:ext>
            </a:extLst>
          </p:cNvPr>
          <p:cNvSpPr txBox="1"/>
          <p:nvPr/>
        </p:nvSpPr>
        <p:spPr>
          <a:xfrm>
            <a:off x="713521" y="5319583"/>
            <a:ext cx="51598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450215" algn="l"/>
              </a:tabLst>
              <a:defRPr/>
            </a:pPr>
            <a:r>
              <a:rPr lang="ro-RO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Elev</a:t>
            </a:r>
            <a:r>
              <a:rPr lang="en-US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ro-RO" sz="1600" b="1" spc="-5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spcAft>
                <a:spcPts val="0"/>
              </a:spcAft>
              <a:tabLst>
                <a:tab pos="450215" algn="l"/>
              </a:tabLst>
              <a:defRPr/>
            </a:pPr>
            <a:r>
              <a:rPr lang="ro-RO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Grupa</a:t>
            </a:r>
            <a:r>
              <a:rPr lang="en-US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 </a:t>
            </a:r>
          </a:p>
          <a:p>
            <a:pPr algn="just">
              <a:spcAft>
                <a:spcPts val="0"/>
              </a:spcAft>
              <a:tabLst>
                <a:tab pos="450215" algn="l"/>
              </a:tabLst>
              <a:defRPr/>
            </a:pPr>
            <a:r>
              <a:rPr lang="en-US" sz="1600" b="1" spc="-5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Conducător</a:t>
            </a:r>
            <a:r>
              <a:rPr lang="en-US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 Adina P</a:t>
            </a:r>
            <a:r>
              <a:rPr lang="ro-MD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întea</a:t>
            </a:r>
            <a:endParaRPr lang="en-US" sz="1600" b="1" spc="-5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spcAft>
                <a:spcPts val="0"/>
              </a:spcAft>
              <a:tabLst>
                <a:tab pos="450215" algn="l"/>
              </a:tabLst>
              <a:defRPr/>
            </a:pPr>
            <a:r>
              <a:rPr lang="en-US" sz="1600" b="1" spc="-5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endParaRPr lang="en-US" sz="2000" b="1" spc="-5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2374" y="2508613"/>
            <a:ext cx="8599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TEMA: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5DE04-449F-4C88-BF95-9F65F708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10" y="429255"/>
            <a:ext cx="1635608" cy="995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C2715-A7D8-4D29-8637-ACA6E0B89A36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EEC2D-119B-4FA3-BC71-931E19DE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2749D5-CF32-4AC2-B874-65FE9A378A45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5405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DFE78-5573-20CC-04EB-2C3C1260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3A93C9-3776-2C4E-1CB5-7E90E9B45A1E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D04BC-4249-DBEB-7053-B00BBFA7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6CF25B-2783-AC78-551B-EBA912F9EF0C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2049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7E1AA-2664-BD3E-0508-E4D59CC0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F6E14-8DAC-18A5-680E-DDF358AD5A88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B8338-DE41-9768-7318-1B4E0D83F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7BA16-1334-34E8-BEA6-5CF7872948CB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2791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E3C02-39ED-3BC5-6C7A-25374014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24C4C-C720-654B-A271-5C41069CDE87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04C79-E30D-E41C-F591-C86EAFD2D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95B838-F686-8313-1509-B30D60E2316A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887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F6B94-1BAE-F24A-7C0C-37CB9E7B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FC5F7-3AA4-60D4-CE06-6BB52B2005EC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212A1-E71A-207B-29C9-7A2FB8E51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C545FE-A409-92B3-76DE-2640E7EFFB0E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42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A5175-67F5-9DB1-E250-06E971A2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1E2ED-28D2-6023-33AC-AEC5FC9FE452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B7C78-0005-176E-2BA9-8F0E649F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AD59A9-02DB-F95A-D439-BB476A1E865D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0052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4540C-2A35-1419-9AF6-DB0A33CE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CCC15-58C6-3E26-0B16-0CE17F0B84B3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1D61F-DB6E-BD6C-DA21-7B63FAB2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22E0B3-9E67-6356-3FFE-7DBE98B835E9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0149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171BF-82FA-249E-1852-A3F04459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6E5C0-7D15-20AE-7131-70BD4225B321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07B98-065E-A459-8CBA-3B98CEEF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0A0CAC-C2F3-423B-6519-26CD77974E4F}"/>
              </a:ext>
            </a:extLst>
          </p:cNvPr>
          <p:cNvSpPr txBox="1"/>
          <p:nvPr/>
        </p:nvSpPr>
        <p:spPr>
          <a:xfrm>
            <a:off x="788790" y="4018556"/>
            <a:ext cx="75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742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8227E6-C239-4A5E-89AA-4DF431899EDE}"/>
              </a:ext>
            </a:extLst>
          </p:cNvPr>
          <p:cNvSpPr txBox="1"/>
          <p:nvPr/>
        </p:nvSpPr>
        <p:spPr>
          <a:xfrm>
            <a:off x="0" y="252248"/>
            <a:ext cx="9144000" cy="1213945"/>
          </a:xfrm>
          <a:prstGeom prst="rect">
            <a:avLst/>
          </a:prstGeom>
          <a:solidFill>
            <a:srgbClr val="23557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3447A-DE2F-4E30-875E-B6751EE9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6" y="474376"/>
            <a:ext cx="1265030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7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8084</TotalTime>
  <Words>12</Words>
  <Application>Microsoft Office PowerPoint</Application>
  <PresentationFormat>On-screen Show (4:3)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PT Sans</vt:lpstr>
      <vt:lpstr>Times New Roman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serghei.aladin@gmail.com</dc:creator>
  <cp:lastModifiedBy>Marius Chistrea</cp:lastModifiedBy>
  <cp:revision>528</cp:revision>
  <dcterms:created xsi:type="dcterms:W3CDTF">2016-11-09T12:50:21Z</dcterms:created>
  <dcterms:modified xsi:type="dcterms:W3CDTF">2026-05-19T20:50:32Z</dcterms:modified>
</cp:coreProperties>
</file>